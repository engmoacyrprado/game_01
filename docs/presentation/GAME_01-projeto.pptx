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e882ad304643ed" /><Relationship Type="http://schemas.openxmlformats.org/officeDocument/2006/relationships/extended-properties" Target="/docProps/app.xml" Id="Rabd7479457544d07" /><Relationship Type="http://schemas.openxmlformats.org/officeDocument/2006/relationships/officeDocument" Target="/ppt/presentation.xml" Id="R9109d47b3c17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efefcb0e9347ca"/>
  </p:sldMasterIdLst>
  <p:notesMasterIdLst>
    <p:notesMasterId xmlns:r="http://schemas.openxmlformats.org/officeDocument/2006/relationships" r:id="Reb8eb2e4499e4b50"/>
  </p:notesMasterIdLst>
  <p:sldIdLst>
    <p:sldId xmlns:r="http://schemas.openxmlformats.org/officeDocument/2006/relationships" id="256" r:id="R522c6ba3c2fd4110"/>
    <p:sldId xmlns:r="http://schemas.openxmlformats.org/officeDocument/2006/relationships" id="257" r:id="R75469fa7cd8c418b"/>
    <p:sldId xmlns:r="http://schemas.openxmlformats.org/officeDocument/2006/relationships" id="258" r:id="R5d4d9e50a77948b1"/>
    <p:sldId xmlns:r="http://schemas.openxmlformats.org/officeDocument/2006/relationships" id="259" r:id="R3a10e7b48dbc4067"/>
    <p:sldId xmlns:r="http://schemas.openxmlformats.org/officeDocument/2006/relationships" id="260" r:id="R1bb589c263ac41dd"/>
    <p:sldId xmlns:r="http://schemas.openxmlformats.org/officeDocument/2006/relationships" id="261" r:id="R8029e63f3a8e4e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b5ba6318024503" /><Relationship Type="http://schemas.openxmlformats.org/officeDocument/2006/relationships/slideMaster" Target="/ppt/slideMasters/slideMaster1.xml" Id="R21efefcb0e9347ca" /><Relationship Type="http://schemas.openxmlformats.org/officeDocument/2006/relationships/notesMaster" Target="/ppt/notesMasters/notesMaster1.xml" Id="Reb8eb2e4499e4b50" /><Relationship Type="http://schemas.openxmlformats.org/officeDocument/2006/relationships/presProps" Target="/ppt/presProps.xml" Id="Rdc0ce581a5374148" /><Relationship Type="http://schemas.openxmlformats.org/officeDocument/2006/relationships/tableStyles" Target="/ppt/tableStyles.xml" Id="R2ff82f0df3b64fe0" /><Relationship Type="http://schemas.openxmlformats.org/officeDocument/2006/relationships/slide" Target="/ppt/slides/slide1.xml" Id="R522c6ba3c2fd4110" /><Relationship Type="http://schemas.openxmlformats.org/officeDocument/2006/relationships/slide" Target="/ppt/slides/slide2.xml" Id="R75469fa7cd8c418b" /><Relationship Type="http://schemas.openxmlformats.org/officeDocument/2006/relationships/slide" Target="/ppt/slides/slide3.xml" Id="R5d4d9e50a77948b1" /><Relationship Type="http://schemas.openxmlformats.org/officeDocument/2006/relationships/slide" Target="/ppt/slides/slide4.xml" Id="R3a10e7b48dbc4067" /><Relationship Type="http://schemas.openxmlformats.org/officeDocument/2006/relationships/slide" Target="/ppt/slides/slide5.xml" Id="R1bb589c263ac41dd" /><Relationship Type="http://schemas.openxmlformats.org/officeDocument/2006/relationships/slide" Target="/ppt/slides/slide6.xml" Id="R8029e63f3a8e4e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b3ae7b691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d78c2c3634ab2" /><Relationship Type="http://schemas.openxmlformats.org/officeDocument/2006/relationships/notesMaster" Target="/ppt/notesMasters/notesMaster1.xml" Id="R1e69a397ebeb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057feb28940b8" /><Relationship Type="http://schemas.openxmlformats.org/officeDocument/2006/relationships/notesMaster" Target="/ppt/notesMasters/notesMaster1.xml" Id="Rb5eef3761ed3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ba5f2443c4ec0" /><Relationship Type="http://schemas.openxmlformats.org/officeDocument/2006/relationships/notesMaster" Target="/ppt/notesMasters/notesMaster1.xml" Id="R6033a7b4c8a8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cd2a65537486d" /><Relationship Type="http://schemas.openxmlformats.org/officeDocument/2006/relationships/notesMaster" Target="/ppt/notesMasters/notesMaster1.xml" Id="R3dcb7a32de65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8ddee331fd442a" /><Relationship Type="http://schemas.openxmlformats.org/officeDocument/2006/relationships/notesMaster" Target="/ppt/notesMasters/notesMaster1.xml" Id="Rf91ef8c0bcfd4e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6fb69dd814849" /><Relationship Type="http://schemas.openxmlformats.org/officeDocument/2006/relationships/notesMaster" Target="/ppt/notesMasters/notesMaster1.xml" Id="R4b5cc103c50846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docs/combat-system-tagmar-jrpg.md e docs/planned-actions-update.md. Captura real do protótipo; arte provisória.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solicitada pelo usuário. Conversa de demonstração provisória; as respostas pedem contexto ou seguem adiante e convergem para a mesma missão. Não há reputação ou finais alternativos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docs/game-concept.md e docs/exploration-prototype.md. A captura mostra geometria provisória, não pixel art final ou 3D.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entrega narrativa é provisória. O plano mantém a história no ChatGPT Web e registra as decisões aprovadas no repositório. O protótipo ainda não salva em disco.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83f59fa1442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12ff010114a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304ab59524a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6c7443af44c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9e5b4db7a46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261f9a5d0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335A2-ED66-42AA-9A03-AC2EFDD48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089137-964B-452E-821C-BF209B53D9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842EA5-46CB-4D97-8D4C-226313CDC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E60A55-86E1-4567-81ED-CC48D925E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7BE384-E7CD-444D-9836-8DDA923017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51DA6A-6B82-41E1-8417-9DD7DC3DE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6D01D7-2EAE-453C-9168-295432925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3B59DB-CE87-4608-97B3-8174204A9F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7E8412-7456-43F0-9FCE-73BEA066A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A23A7F-3B39-4642-A5BF-EA0C18882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284b3e41c45d2" /><Relationship Type="http://schemas.openxmlformats.org/officeDocument/2006/relationships/slideLayout" Target="/ppt/slideLayouts/slideLayout1.xml" Id="Rc4ab32c919264385" /><Relationship Type="http://schemas.openxmlformats.org/officeDocument/2006/relationships/slideLayout" Target="/ppt/slideLayouts/slideLayout2.xml" Id="R1dbf02f340274669" /><Relationship Type="http://schemas.openxmlformats.org/officeDocument/2006/relationships/slideLayout" Target="/ppt/slideLayouts/slideLayout3.xml" Id="Rdad8dd0b7b604e60" /><Relationship Type="http://schemas.openxmlformats.org/officeDocument/2006/relationships/slideLayout" Target="/ppt/slideLayouts/slideLayout4.xml" Id="R2d7f9f5caec94344" /><Relationship Type="http://schemas.openxmlformats.org/officeDocument/2006/relationships/slideLayout" Target="/ppt/slideLayouts/slideLayout5.xml" Id="R11a052aa47d4480a" /><Relationship Type="http://schemas.openxmlformats.org/officeDocument/2006/relationships/slideLayout" Target="/ppt/slideLayouts/slideLayout6.xml" Id="Ra649c560b3cd4c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b32c919264385"/>
    <p:sldLayoutId xmlns:r="http://schemas.openxmlformats.org/officeDocument/2006/relationships" id="2147483650" r:id="R1dbf02f340274669"/>
    <p:sldLayoutId xmlns:r="http://schemas.openxmlformats.org/officeDocument/2006/relationships" id="2147483651" r:id="Rdad8dd0b7b604e60"/>
    <p:sldLayoutId xmlns:r="http://schemas.openxmlformats.org/officeDocument/2006/relationships" id="2147483652" r:id="R2d7f9f5caec94344"/>
    <p:sldLayoutId xmlns:r="http://schemas.openxmlformats.org/officeDocument/2006/relationships" id="2147483653" r:id="R11a052aa47d4480a"/>
    <p:sldLayoutId xmlns:r="http://schemas.openxmlformats.org/officeDocument/2006/relationships" id="2147483654" r:id="Ra649c560b3cd4c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35b81386d4eeb" /><Relationship Type="http://schemas.openxmlformats.org/officeDocument/2006/relationships/notesSlide" Target="/ppt/notesSlides/notesSlide1.xml" Id="R20d4e2faa270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51c299fb24637" /><Relationship Type="http://schemas.openxmlformats.org/officeDocument/2006/relationships/image" Target="/ppt/media/image.png" Id="R316d60e4756f4e02" /><Relationship Type="http://schemas.openxmlformats.org/officeDocument/2006/relationships/notesSlide" Target="/ppt/notesSlides/notesSlide2.xml" Id="R27cade0bb485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b10a514734342" /><Relationship Type="http://schemas.openxmlformats.org/officeDocument/2006/relationships/image" Target="/ppt/media/image2.png" Id="R4fdf877b2d2b40d1" /><Relationship Type="http://schemas.openxmlformats.org/officeDocument/2006/relationships/notesSlide" Target="/ppt/notesSlides/notesSlide3.xml" Id="Rf67028e495804d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551eb40f44d74" /><Relationship Type="http://schemas.openxmlformats.org/officeDocument/2006/relationships/image" Target="/ppt/media/image3.png" Id="Rfc5d50de29ed442c" /><Relationship Type="http://schemas.openxmlformats.org/officeDocument/2006/relationships/notesSlide" Target="/ppt/notesSlides/notesSlide4.xml" Id="R754da878d586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bde61d3834772" /><Relationship Type="http://schemas.openxmlformats.org/officeDocument/2006/relationships/image" Target="/ppt/media/image4.png" Id="R9505e6c599444ffc" /><Relationship Type="http://schemas.openxmlformats.org/officeDocument/2006/relationships/notesSlide" Target="/ppt/notesSlides/notesSlide5.xml" Id="Ra5e423e73a6849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1588f706b4c45" /><Relationship Type="http://schemas.openxmlformats.org/officeDocument/2006/relationships/notesSlide" Target="/ppt/notesSlides/notesSlide6.xml" Id="R8b1a1e020f33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E6E8A-4669-49C3-8336-5533CDF4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630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630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GAME_01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8C86D-9DF3-4FDC-9F87-5252546F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Um JRPG em que a evolução visual</a:t>
            </a:r>
          </a:p>
          <a:p xmlns:a="http://schemas.openxmlformats.org/drawingml/2006/main">
            <a:pPr>
              <a:defRPr sz="33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acompanha a jornada.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8EC5-F669-4F2B-8040-5D3A5F1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defPPr>
            <a:lvl1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1pPr>
            <a:lvl2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2pPr>
            <a:lvl3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3pPr>
            <a:lvl4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4pPr>
            <a:lvl5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5pPr>
            <a:lvl6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6pPr>
            <a:lvl7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7pPr>
            <a:lvl8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8pPr>
            <a:lvl9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ACC1AC"/>
                </a:solidFill>
                <a:latin typeface="Georgia"/>
                <a:ea typeface="Georgia"/>
                <a:cs typeface="Georgia"/>
              </a:rPr>
              <a:t>PC como foco inicial. Protótipo em Unity.</a:t>
            </a:r>
          </a:p>
          <a:p xmlns:a="http://schemas.openxmlformats.org/drawingml/2006/main">
            <a:pPr>
              <a:defRPr sz="1725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ACC1AC"/>
                </a:solidFill>
                <a:latin typeface="Georgia"/>
                <a:ea typeface="Georgia"/>
                <a:cs typeface="Georgia"/>
              </a:rPr>
              <a:t>Conceito e roteiro em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953621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99BCD-8085-4602-9726-CA298B06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345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Exploração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0A85E-5B11-4C02-AF5E-FCD3907A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143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O percurso já conecta movimento, encontros e retorno ao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O jogador vence a batalha e libera a primeira mudança visual.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816BF-4AF0-40EB-83E9-00955BDDB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60e4756f4e02"/>
          <a:stretch xmlns:a="http://schemas.openxmlformats.org/drawingml/2006/main"/>
        </p:blipFill>
        <p:spPr>
          <a:xfrm xmlns:a="http://schemas.openxmlformats.org/drawingml/2006/main">
            <a:off x="4239683" y="1762125"/>
            <a:ext cx="7332133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55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7084A-23AF-48CA-9FAF-C81525E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345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Combate planejado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BAB8C-3514-4EB1-A63F-6E6BB1569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f877b2d2b40d1"/>
          <a:stretch xmlns:a="http://schemas.openxmlformats.org/drawingml/2006/main"/>
        </p:blipFill>
        <p:spPr>
          <a:xfrm xmlns:a="http://schemas.openxmlformats.org/drawingml/2006/main">
            <a:off x="622300" y="1809750"/>
            <a:ext cx="751840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A9958-7F57-461A-9966-DB16BF4B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95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Cada aliado tem sua barra de tempo.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O jogador prepara poder e alvo antes do turno.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Sem plano válido, há 10 segundos para decidir.</a:t>
            </a:r>
          </a:p>
        </p:txBody>
      </p:sp>
    </p:spTree>
    <p:extLst>
      <p:ext uri="{BB962C8B-B14F-4D97-AF65-F5344CB8AC3E}">
        <p14:creationId xmlns:p14="http://schemas.microsoft.com/office/powerpoint/2010/main" val="125709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BAFE7-A6F7-4569-AB06-7ED6BDCA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345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Diálogos e respostas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96AE8-6532-4F0F-A7A9-367317752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d50de29ed442c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DA0B6-E14E-4F58-BCE4-DD4F79FE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952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 legenda ocupa a parte inferior.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O balão indica quem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As respostas seguem sem contador.</a:t>
            </a:r>
          </a:p>
        </p:txBody>
      </p:sp>
    </p:spTree>
    <p:extLst>
      <p:ext uri="{BB962C8B-B14F-4D97-AF65-F5344CB8AC3E}">
        <p14:creationId xmlns:p14="http://schemas.microsoft.com/office/powerpoint/2010/main" val="1372332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8ECB8-593A-4EAD-B101-50CE589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345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Evolução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82096-D6E1-4868-BB45-07EEDE2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23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 visão do projeto passa do traço simples à pixel art e ao 3D.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 demo atual conecta duas variações geométricas. A arte final vem depois.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4A4E0-EA2C-479B-8238-68D9834E3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5e6c599444ffc"/>
          <a:stretch xmlns:a="http://schemas.openxmlformats.org/drawingml/2006/main"/>
        </p:blipFill>
        <p:spPr>
          <a:xfrm xmlns:a="http://schemas.openxmlformats.org/drawingml/2006/main">
            <a:off x="4239683" y="1762125"/>
            <a:ext cx="7332133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26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2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6224-1BD7-4189-9F03-9DFD66D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defPPr>
            <a:lvl1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1pPr>
            <a:lvl2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2pPr>
            <a:lvl3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3pPr>
            <a:lvl4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4pPr>
            <a:lvl5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5pPr>
            <a:lvl6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6pPr>
            <a:lvl7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7pPr>
            <a:lvl8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8pPr>
            <a:lvl9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450">
                <a:solidFill>
                  <a:srgbClr val="E8B54F"/>
                </a:solidFill>
                <a:latin typeface="Georgia"/>
                <a:ea typeface="Georgia"/>
                <a:cs typeface="Georgia"/>
              </a:defRPr>
            </a:pPr>
            <a:r>
              <a:rPr sz="3450">
                <a:solidFill>
                  <a:srgbClr val="E8B54F"/>
                </a:solidFill>
                <a:latin typeface="Georgia"/>
                <a:ea typeface="Georgia"/>
                <a:cs typeface="Georgia"/>
              </a:rPr>
              <a:t>Próxima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DBDBB-D97F-4851-9F19-5C973FB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7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7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Uma missão curta com a história aprovada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49AFF-0564-491D-9C75-A017A8B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47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defPPr>
            <a:lvl1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1pPr>
            <a:lvl2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2pPr>
            <a:lvl3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3pPr>
            <a:lvl4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4pPr>
            <a:lvl5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5pPr>
            <a:lvl6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6pPr>
            <a:lvl7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7pPr>
            <a:lvl8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8pPr>
            <a:lvl9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Definir protagonista, lugar inicial e motivo da transformação.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Dar consequências narrativas às escolhas que precisarem delas.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E4E7D3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E4E7D3"/>
                </a:solidFill>
                <a:latin typeface="Georgia"/>
                <a:ea typeface="Georgia"/>
                <a:cs typeface="Georgia"/>
              </a:rPr>
              <a:t>Acrescentar progressão e salvamento antes de ampliar o mundo.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C8C2B-13EC-487C-881C-2BB381D0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defPPr>
            <a:lvl1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1pPr>
            <a:lvl2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2pPr>
            <a:lvl3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3pPr>
            <a:lvl4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4pPr>
            <a:lvl5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5pPr>
            <a:lvl6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6pPr>
            <a:lvl7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7pPr>
            <a:lvl8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8pPr>
            <a:lvl9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650">
                <a:solidFill>
                  <a:srgbClr val="ACC1AC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ACC1AC"/>
                </a:solidFill>
                <a:latin typeface="Georgia"/>
                <a:ea typeface="Georgia"/>
                <a:cs typeface="Georgia"/>
              </a:rPr>
              <a:t>Repositório: engmoacyrprado/GAME_01</a:t>
            </a:r>
          </a:p>
        </p:txBody>
      </p:sp>
    </p:spTree>
    <p:extLst>
      <p:ext uri="{BB962C8B-B14F-4D97-AF65-F5344CB8AC3E}">
        <p14:creationId xmlns:p14="http://schemas.microsoft.com/office/powerpoint/2010/main" val="448324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2026-10-22T22:48:55.6930000Z</dcterms:created>
  <dcterms:modified xsi:type="dcterms:W3CDTF">2026-10-22T22:48:55.6930000Z</dcterms:modified>
</coreProperties>
</file>